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13" autoAdjust="0"/>
    <p:restoredTop sz="94660"/>
  </p:normalViewPr>
  <p:slideViewPr>
    <p:cSldViewPr snapToGrid="0">
      <p:cViewPr varScale="1">
        <p:scale>
          <a:sx n="65" d="100"/>
          <a:sy n="65" d="100"/>
        </p:scale>
        <p:origin x="7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549CF-349C-4B10-9AD5-3E3B915DE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852DE-7882-7D24-C033-DE47E8029F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9FCFA-22C7-F7F6-064B-81E60DC28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BE733-DCF2-4978-8A33-40BC054B52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5DCE1-F74E-3978-9CE2-CFA5F40EC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8A6C8-7808-01F5-E43D-A7DDAB36C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D3AC9-F6D0-4303-A2D8-E642CE0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90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24F7-8593-2512-625F-EA9DF85CF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8405E-7CED-1A5F-3E36-66056FDE3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A7B2D-4FC7-649C-88BA-E682789B4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BE733-DCF2-4978-8A33-40BC054B52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F3B67-D295-CA00-70F3-AFB18784E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A03F5-95AA-AD81-477C-0E90B0E29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D3AC9-F6D0-4303-A2D8-E642CE0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62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28549-95BB-6E22-A895-EE11D755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D4288-093B-9148-5DFD-027C86C31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18960-166E-8CB7-7EC9-5BEFB9C39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BE733-DCF2-4978-8A33-40BC054B52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0098F-E7B6-8B9A-F835-1A1BD57E2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173AB-7120-B6DD-0F8A-5C1C207FC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D3AC9-F6D0-4303-A2D8-E642CE0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977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48721-AB4E-01C8-479E-8520014FC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3CB03-6CCF-3D2A-717E-22FC215AE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F2715-0C81-8057-0DCC-759992093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EFB33-2A3D-2CD7-1AAE-0214AD468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BE733-DCF2-4978-8A33-40BC054B52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84D81-428E-F77E-DE6C-061C389B9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590B3-E7AF-8E7B-2E6F-032603A30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D3AC9-F6D0-4303-A2D8-E642CE0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170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9C415-E604-D102-3F23-FCB286696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EBC86-CE03-FE2B-CFED-D185AC696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AD3FF-66F6-0DAF-37EE-F3D538469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AA56F-C607-4086-117F-7ABF38AB53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85927E-4B63-D09A-4785-3648FA37AD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DBCE2-C028-3F79-0AAB-338408545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BE733-DCF2-4978-8A33-40BC054B52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582CF2-2529-D716-C7DE-580C2ECCF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6D96D8-F460-D27D-DE68-30F97162B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D3AC9-F6D0-4303-A2D8-E642CE0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7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47CC-B42C-9DF5-DFA4-E763E325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585B42-8C98-EF9F-A836-7907BE837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BE733-DCF2-4978-8A33-40BC054B52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6AB1E-A38F-CE96-BEB0-8368E34B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76609-0199-C498-2B12-3E21CB3D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D3AC9-F6D0-4303-A2D8-E642CE0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544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DF032-496F-2783-1F19-A083EBB8A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BE733-DCF2-4978-8A33-40BC054B52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486FAB-ABCC-40DB-BBC1-5A8B68811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900A2-4CF1-8F80-B2F1-715EDBA5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D3AC9-F6D0-4303-A2D8-E642CE0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102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1628A-8DDC-A596-744A-264F03774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750AD-4738-CE01-D592-F47E9ACB7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2375A-7FC7-2F9A-F099-3CB271BA3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3DA81-3C10-3A6F-4554-7FEC72500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BE733-DCF2-4978-8A33-40BC054B52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FECC4-57B6-FFF3-E727-BFAC5BE2C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5B488-7106-AE47-71A0-B9371116D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D3AC9-F6D0-4303-A2D8-E642CE0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05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35243-D66B-C84E-AE7E-3199FCA1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AD5257-A64F-0488-BC39-EA7CDE07E8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959B4-8CA5-6311-2E7D-8F26610BC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076B5-6BF5-2C1C-BFB5-AED9C5CFE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BE733-DCF2-4978-8A33-40BC054B52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A0768-65A1-9FAA-2DF9-49248C2B9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E7723-EB3E-9A6B-BF33-4AFBC79BA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D3AC9-F6D0-4303-A2D8-E642CE0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951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2BE65-78DD-9BED-0606-B4A67F25C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B660B1-05CD-88A4-1CEC-16BC1F194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C4DFC-5086-75DD-4057-BF1FF8A47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BE733-DCF2-4978-8A33-40BC054B52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B1B9F-AF5B-BDFA-EDB4-B87A89089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1837F-1B6A-61FE-F4D4-292F2F8F7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D3AC9-F6D0-4303-A2D8-E642CE0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304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F652A4-3A29-F597-228E-A92D4A3F2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B3074-267F-2662-FA18-DD67E2007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CA1EF-DA14-01B2-9A56-D9453B18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BE733-DCF2-4978-8A33-40BC054B52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45A4D-A13A-AC1C-85FD-B02DD27C8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F8BD7-799B-8B76-9E19-0DF36E25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D3AC9-F6D0-4303-A2D8-E642CE0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03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104192-4678-852A-FB29-33976F03F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D0998-956E-1097-E1BC-13AEFF117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D4981-DCF8-B03C-DA8C-5BFF1E86A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BE733-DCF2-4978-8A33-40BC054B52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CB013-3FDF-21CA-C5F3-7ACBEBB49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5F34E-B6BE-3881-9185-741126B6C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D3AC9-F6D0-4303-A2D8-E642CE0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29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2C075-01CB-13F0-F44D-7C7DA5171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6451" y="1885105"/>
            <a:ext cx="9144000" cy="1743311"/>
          </a:xfrm>
        </p:spPr>
        <p:txBody>
          <a:bodyPr>
            <a:normAutofit fontScale="90000"/>
          </a:bodyPr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Lambda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Compute Service in AWS</a:t>
            </a:r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E51D6B-EA34-BED3-3CAE-0ACC3C6108B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713915" y="5135321"/>
            <a:ext cx="447808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R.M Sai Monika Royal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Topic: AWS Lambda Overview and Working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AWS Cloud Computing Services </a:t>
            </a:r>
          </a:p>
        </p:txBody>
      </p:sp>
    </p:spTree>
    <p:extLst>
      <p:ext uri="{BB962C8B-B14F-4D97-AF65-F5344CB8AC3E}">
        <p14:creationId xmlns:p14="http://schemas.microsoft.com/office/powerpoint/2010/main" val="3310012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1C8D-913F-7486-EEAF-A902FB952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10" y="525295"/>
            <a:ext cx="11774521" cy="5564220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Introduction to AWS Lambda</a:t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AWS Lambda?</a:t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compute service by Amazon Web Services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code without managing servers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scales applications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 only when code runs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processing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&gt;APIs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&gt;Automation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&gt;IoT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&gt;Stream processing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25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8DCD8D47-8EC0-FF66-D553-EEE1610AC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780" y="100549"/>
            <a:ext cx="11229662" cy="7571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AWS Lambda Works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Event occurs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AWS service triggers Lambda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Lambda executes code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Output is returned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Sources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Amazon S3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API Gateway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DynamoDB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EventBridge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CloudWatch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B127D5-7001-6554-19A2-24670651C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586836"/>
              </p:ext>
            </p:extLst>
          </p:nvPr>
        </p:nvGraphicFramePr>
        <p:xfrm>
          <a:off x="1185705" y="3886200"/>
          <a:ext cx="5322277" cy="2971800"/>
        </p:xfrm>
        <a:graphic>
          <a:graphicData uri="http://schemas.openxmlformats.org/drawingml/2006/table">
            <a:tbl>
              <a:tblPr/>
              <a:tblGrid>
                <a:gridCol w="2513409">
                  <a:extLst>
                    <a:ext uri="{9D8B030D-6E8A-4147-A177-3AD203B41FA5}">
                      <a16:colId xmlns:a16="http://schemas.microsoft.com/office/drawing/2014/main" val="786276350"/>
                    </a:ext>
                  </a:extLst>
                </a:gridCol>
                <a:gridCol w="2808868">
                  <a:extLst>
                    <a:ext uri="{9D8B030D-6E8A-4147-A177-3AD203B41FA5}">
                      <a16:colId xmlns:a16="http://schemas.microsoft.com/office/drawing/2014/main" val="94623227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56087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4157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014409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869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307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001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5C56-B9FA-5237-51D6-02536E0CE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019" y="803326"/>
            <a:ext cx="10515600" cy="1325563"/>
          </a:xfrm>
        </p:spPr>
        <p:txBody>
          <a:bodyPr>
            <a:normAutofit fontScale="90000"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Model vs Lambda</a:t>
            </a:r>
            <a:b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81492-979D-D294-7A79-5BBCA6D14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225337" y="1713873"/>
            <a:ext cx="5157787" cy="823912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Servers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C4CCC-6D3D-EA0D-FF3C-D9813FB925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font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EC2 servers</a:t>
            </a:r>
          </a:p>
          <a:p>
            <a:pPr font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scaling</a:t>
            </a:r>
          </a:p>
          <a:p>
            <a:pPr font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 even when idle</a:t>
            </a:r>
          </a:p>
          <a:p>
            <a:pPr font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required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D02FE6-3820-7E21-52C6-8EBFDBCBBE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98477" y="1681163"/>
            <a:ext cx="5183188" cy="823912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Lambda</a:t>
            </a:r>
          </a:p>
          <a:p>
            <a:pPr algn="ctr"/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1429BD-2EC1-A316-293B-9EDF19C70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5053" y="2424688"/>
            <a:ext cx="5183188" cy="3684588"/>
          </a:xfrm>
        </p:spPr>
        <p:txBody>
          <a:bodyPr/>
          <a:lstStyle/>
          <a:p>
            <a:pPr font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servers required</a:t>
            </a:r>
          </a:p>
          <a:p>
            <a:pPr font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scaling</a:t>
            </a:r>
          </a:p>
          <a:p>
            <a:pPr font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 only when used</a:t>
            </a:r>
          </a:p>
          <a:p>
            <a:pPr font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managed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813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761EC-6E8F-860E-E0F0-97A0BC2D1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612058"/>
            <a:ext cx="10515600" cy="1133475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Lambda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B7B247-14F4-17D4-18F5-5E39B8240EF0}"/>
              </a:ext>
            </a:extLst>
          </p:cNvPr>
          <p:cNvSpPr txBox="1"/>
          <p:nvPr/>
        </p:nvSpPr>
        <p:spPr>
          <a:xfrm>
            <a:off x="4907527" y="1932221"/>
            <a:ext cx="6098458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User/Application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Service Trigger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Lambda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Request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Output</a:t>
            </a:r>
          </a:p>
        </p:txBody>
      </p:sp>
    </p:spTree>
    <p:extLst>
      <p:ext uri="{BB962C8B-B14F-4D97-AF65-F5344CB8AC3E}">
        <p14:creationId xmlns:p14="http://schemas.microsoft.com/office/powerpoint/2010/main" val="297344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20630-2CB9-461D-F38E-9B1DC0508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0482"/>
            <a:ext cx="9144000" cy="7667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and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0FC07-90C0-0EC9-DAB8-49815E421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878" y="1187245"/>
            <a:ext cx="9144000" cy="434734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1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pPr algn="l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Function </a:t>
            </a:r>
          </a:p>
          <a:p>
            <a:pPr algn="l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Source </a:t>
            </a:r>
          </a:p>
          <a:p>
            <a:pPr algn="l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IAM Role </a:t>
            </a:r>
          </a:p>
          <a:p>
            <a:pPr algn="l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Environment </a:t>
            </a:r>
          </a:p>
          <a:p>
            <a:pPr algn="l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 </a:t>
            </a:r>
          </a:p>
          <a:p>
            <a:pPr algn="l"/>
            <a:r>
              <a:rPr lang="en-US" sz="1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algn="l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scaling </a:t>
            </a:r>
          </a:p>
          <a:p>
            <a:pPr algn="l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 </a:t>
            </a:r>
          </a:p>
          <a:p>
            <a:pPr algn="l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driven </a:t>
            </a:r>
          </a:p>
          <a:p>
            <a:pPr algn="l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language support </a:t>
            </a:r>
          </a:p>
          <a:p>
            <a:pPr algn="l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Pay-per-use pricing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0119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4AE9-024D-E4D1-E6EA-627E734F1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01444"/>
            <a:ext cx="9144000" cy="840505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and Pricing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844FC-0EDC-7780-F179-C64E76DF0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9316" y="1341949"/>
            <a:ext cx="9144000" cy="4760297"/>
          </a:xfrm>
        </p:spPr>
        <p:txBody>
          <a:bodyPr/>
          <a:lstStyle/>
          <a:p>
            <a:pPr algn="l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</a:p>
          <a:p>
            <a:pPr algn="l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increases during high traffic </a:t>
            </a:r>
          </a:p>
          <a:p>
            <a:pPr algn="l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during low traffic </a:t>
            </a:r>
          </a:p>
          <a:p>
            <a:pPr algn="l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</a:t>
            </a:r>
          </a:p>
          <a:p>
            <a:pPr algn="l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 only for:</a:t>
            </a:r>
          </a:p>
          <a:p>
            <a:pPr algn="l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</a:t>
            </a:r>
          </a:p>
          <a:p>
            <a:pPr algn="l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 </a:t>
            </a:r>
          </a:p>
          <a:p>
            <a:pPr algn="l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used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4171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1F98E-A365-C085-5D6B-3304A2BB6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E954F-9054-B9DF-0586-DAD007D23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server management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efficient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deployment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AWS integration </a:t>
            </a: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start delay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 limit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 lock-in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complexity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7874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C49A7-B65D-CA99-4838-4AF75DE66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Use Case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F417B-95F0-C2F0-68D7-BDC083EC9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6" y="1486412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System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image to S3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triggers Lambda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processes image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image stored in another bucket </a:t>
            </a:r>
          </a:p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automatic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servers required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2543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E8C5-F2D8-B94F-A12F-23CC65996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Use Cases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0C3F3F-82D1-AC4A-028B-4091073AE8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2729" y="1690688"/>
            <a:ext cx="655660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→ Patient record processing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Banking → Fraud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→ Order processing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 → Video transcoding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→ Sensor data handling </a:t>
            </a:r>
          </a:p>
        </p:txBody>
      </p:sp>
    </p:spTree>
    <p:extLst>
      <p:ext uri="{BB962C8B-B14F-4D97-AF65-F5344CB8AC3E}">
        <p14:creationId xmlns:p14="http://schemas.microsoft.com/office/powerpoint/2010/main" val="3558814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60A96-CC26-22B3-B14F-5A73474BF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168" y="242989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18725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</Words>
  <Application>Microsoft Office PowerPoint</Application>
  <PresentationFormat>Widescreen</PresentationFormat>
  <Paragraphs>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  AWS Lambda (Serverless Compute Service in AWS) </vt:lpstr>
      <vt:lpstr>                               Introduction to AWS Lambda  What is AWS Lambda? Serverless compute service by Amazon Web Services  Runs code without managing servers  Automatically scales applications  Pay only when code runs  Uses:   &gt;File processing    &gt;APIs    &gt;Automation    &gt;IoT    &gt;Stream processing </vt:lpstr>
      <vt:lpstr>PowerPoint Presentation</vt:lpstr>
      <vt:lpstr>Traditional Model vs Lambda  </vt:lpstr>
      <vt:lpstr>AWS Lambda Architecture</vt:lpstr>
      <vt:lpstr>Components and Features</vt:lpstr>
      <vt:lpstr>Scaling and Pricing</vt:lpstr>
      <vt:lpstr>Advantages and Limitations</vt:lpstr>
      <vt:lpstr>Real-Time Use Case </vt:lpstr>
      <vt:lpstr>Real-World Use Cases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Monika Royal</dc:creator>
  <cp:lastModifiedBy>Monika Royal</cp:lastModifiedBy>
  <cp:revision>1</cp:revision>
  <dcterms:created xsi:type="dcterms:W3CDTF">2026-05-06T10:26:41Z</dcterms:created>
  <dcterms:modified xsi:type="dcterms:W3CDTF">2026-05-06T10:26:42Z</dcterms:modified>
</cp:coreProperties>
</file>